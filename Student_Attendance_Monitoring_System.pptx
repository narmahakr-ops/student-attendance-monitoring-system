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STUDENT ATTENDANCE</a:t>
            </a:r>
            <a:br/>
            <a:r>
              <a:t>MONITORING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1EBF5"/>
                </a:solidFill>
              </a:defRPr>
            </a:pPr>
            <a:r>
              <a:t>A simple and efficient approach to attendance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A Student Attendance Monitoring System is a digital system used to record and manage student attendance.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It replaces time-consuming manual attendance registers with organized electronic records.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The system helps faculty monitor attendance and generate accurate reports quickly.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Manual attendance recording consumes valuable classroom time.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Paper-based records can be misplaced, damaged, or difficult to maintain.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Calculating attendance percentages manually can lead to errors.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Tracking attendance for a large number of students is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Automate the process of recording student attendance.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Reduce paperwork and manual calculation errors.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Store attendance information in an organized database.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Calculate attendance percentages automatically.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Make attendance reports easy to access and maintain.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Faculty logs into the system and selects the class and subject.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Students are displayed and attendance is marked as Present or Absent.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The attendance data is stored securely in a database.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The system automatically calculates attendance percentages.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Faculty can view and generate attendance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Student registration and profile management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Faculty login and authentication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Daily attendance marking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Automatic attendance percentage calculation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Attendance history and report generation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Low-attendance identification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1. Login → 2. Register Students → 3. Select Class &amp; Subject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4. Mark Attendance → 5. Save Attendance Data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6. Calculate Attendance Percentage → 7. View / Generate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HTML – Creates the structure of the web pages.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CSS – Provides layout, styling, and responsive design.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JavaScript – Adds interaction and dynamic functionality.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Database (e.g., MySQL) – Stores student and attendance records.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Backend technology – Processes requests and connects the application to the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Saves time and reduces manual work.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Improves accuracy of attendance records.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Reduces paperwork and storage requirements.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Makes attendance information easy to search and update.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Helps faculty identify students with low attendance.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QR-code based attendance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RFID-based attendance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Face-recognition based attendance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Mobile application for students and faculty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SMS or email notifications for low attendance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Cloud-based attendance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The Student Attendance Monitoring System provides a simple, accurate, and efficient way to manage attendance.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It reduces the limitations of manual attendance systems.</a:t>
            </a:r>
          </a:p>
          <a:p>
            <a:pPr>
              <a:spcAft>
                <a:spcPts val="1500"/>
              </a:spcAft>
              <a:defRPr sz="2100">
                <a:solidFill>
                  <a:srgbClr val="232D37"/>
                </a:solidFill>
              </a:defRPr>
            </a:pPr>
            <a:r>
              <a:t>By automating attendance records and reports, the system saves time and improves academic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C4650"/>
                </a:solidFill>
              </a:defRPr>
            </a:pPr>
            <a:r>
              <a:t>Thank you for listening!</a:t>
            </a:r>
            <a:br/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450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narmaha KR</cp:lastModifiedBy>
  <cp:revision>1</cp:revision>
  <dcterms:created xsi:type="dcterms:W3CDTF">2013-01-27T09:14:16Z</dcterms:created>
  <dcterms:modified xsi:type="dcterms:W3CDTF">2026-09-11T06:55:30Z</dcterms:modified>
  <cp:category/>
</cp:coreProperties>
</file>